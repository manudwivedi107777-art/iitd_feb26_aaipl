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75d7677d831a1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75d7677d831a1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75d7677d831a1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75d7677d831a1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75d7677d831a1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675d7677d831a1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75d7677d831a1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75d7677d831a1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675d7677d831a1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675d7677d831a1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75d7677d831a1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75d7677d831a1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37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 &amp; Model Selection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 Model: Qwen/Qwen2.5-14B-Instruct (Whitelisted Model).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Objective: Developing high-accuracy Q-Agents and A-Agents for competitive logical reasoning.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Strategy: Utilized Supervised Fine-Tuning (SFT) and synthetic reasoning datasets to enhance performance in specific logic domains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Implementation &amp; Fine-Tuning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Fine-Tuning: Applied SFT to improve deductive reasoning and strict adherence to the specified JSON format.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Reasoning Optimization: Focused on "Chain of Thought" data to ensure the A-Agent provides high-quality reasoning within 100 words.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Prompt Tuning: Optimized system prompts to ensure the Q-Agent generates high-quality topics, questions, and choices.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 Architecture &amp; Efficiency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9041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Q-Agent Performance: Optimized to generate questions in under 13 seconds, ensuring the overall 100-question set remains under 1300 seconds.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A-Agent Performance: Fine-tuned for speed and accuracy, achieving response times under 9 seconds per answer.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Token Management: Strictly adheres to the 150-token cumulative limit for core content and the 1024-token total limit for explanations.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 Topics &amp; Quality Control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Coverage: Implementation covers all four mandatory topics: Syllogisms, Seating Arrangements, Blood Relations, and Mixed Alphanumeric Series.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Filtering: Implemented logic to ensure at least 40% of generated questions are high-quality and filtered into the final questions.json.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Formatting: Enforced strict JSON structure for automated Oracle verification of Topic, Question, Choices, and Answer.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Submission &amp; Compliance Checklist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Structure: Verified four required .py files in the agents/ folder and editable checkpoints in the hf_models/ folder.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Zero-Risk Compliance: No RAG techniques, hard-coded adversarial attacks, or external language usage were implemented.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